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645920"/>
            <a:ext cx="6400800" cy="6400800"/>
          </a:xfrm>
          <a:prstGeom prst="ellipse">
            <a:avLst/>
          </a:prstGeom>
          <a:solidFill>
            <a:srgbClr val="0F766E">
              <a:alpha val="7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3B5BDB">
              <a:alpha val="10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194560" cy="292608"/>
          </a:xfrm>
          <a:prstGeom prst="rect">
            <a:avLst/>
          </a:prstGeom>
          <a:solidFill>
            <a:srgbClr val="0F766E">
              <a:alpha val="15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IRONHACK FINAL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Multimodal AI ChatBot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YouTube Video QA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 ·  LangChain Agents  ·  Pinecone  ·  Streamlit  ·  LangSmith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en-US" sz="1100" dirty="0">
                <a:latin typeface="Calibri" panose="020F0502020204030204" pitchFamily="34" charset="0"/>
              </a:rPr>
              <a:t>by Bianca</a:t>
            </a:r>
            <a:endParaRPr lang="de-DE" altLang="en-US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Hook +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pitch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94944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F0FDF9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64008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if you could ask any question about a YouTube channel</a:t>
            </a:r>
            <a:endParaRPr lang="en-US" sz="1500" dirty="0"/>
          </a:p>
          <a:p>
            <a:pPr marL="0" indent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get an instant, sourced answer — with exact video timestamps?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265176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33172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292608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&amp; Text Input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329184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by typing or speaking — Whisper STT converts audio to text automatically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2148840"/>
            <a:ext cx="265176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3317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92608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YouTube RAG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37560" y="329184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Transcribes 30 videos, chunks, embeds into Pinecone, retrieves top-3 passages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2148840"/>
            <a:ext cx="265176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3317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292608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 + Memory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329184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agent with memory routes queries to RAG or stock ticker tool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components work together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94944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solidFill>
            <a:srgbClr val="0F766E">
              <a:alpha val="80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" y="1874520"/>
            <a:ext cx="54864" cy="365760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48132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682496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or voice (Whisper STT) via Streamlit 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" y="2651760"/>
            <a:ext cx="54864" cy="365760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25856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(LangChain)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459736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CHAT_CONVERSATIONAL_REACT selects tool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solidFill>
            <a:srgbClr val="0F766E">
              <a:alpha val="80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" y="3429000"/>
            <a:ext cx="54864" cy="365760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03580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236976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Pinecone k=3 retrieval + GPT-4o-mini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81304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014216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+ video timestamps + embedded player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109728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444752"/>
            <a:ext cx="64008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44475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LLM: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14447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901952"/>
            <a:ext cx="64008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190195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Embeddings: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19019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text-embedding-3-small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359152"/>
            <a:ext cx="64008" cy="25603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35915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DB: 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23591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Pinecone (1536d, </a:t>
            </a:r>
            <a:r>
              <a:rPr lang="de-DE" alt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</a:t>
            </a: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816352"/>
            <a:ext cx="64008" cy="25603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81635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Agent: 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28163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REACT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273552"/>
            <a:ext cx="64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27355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STT: 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32735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Whisper API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730752"/>
            <a:ext cx="64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373075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UI: 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43600" y="37307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4187952"/>
            <a:ext cx="64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418795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Eval: 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0" y="418795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LangSmith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Data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YouTube channel to Pinecone vector index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94944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051560"/>
            <a:ext cx="416052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051560"/>
            <a:ext cx="4160520" cy="320040"/>
          </a:xfrm>
          <a:prstGeom prst="rect">
            <a:avLst/>
          </a:prstGeom>
          <a:solidFill>
            <a:srgbClr val="0F766E">
              <a:alpha val="15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09728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1435608"/>
            <a:ext cx="38404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YouTube channel (UCWgk87pKcNHragGsV2WIh5w)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videos, filtered: 2–60 min duration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fetched via yt-dlp + feedparser RSS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16052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51560"/>
            <a:ext cx="4160520" cy="320040"/>
          </a:xfrm>
          <a:prstGeom prst="rect">
            <a:avLst/>
          </a:prstGeom>
          <a:solidFill>
            <a:srgbClr val="3B5BDB">
              <a:alpha val="15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09728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Transcription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1435608"/>
            <a:ext cx="38404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Primary: youtube-transcript-api (EN + RO)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Fallback: OpenAI Whisper-1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compressed to 16kHz mono MP3 &lt; 25MB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3017520"/>
            <a:ext cx="416052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017520"/>
            <a:ext cx="4160520" cy="32004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0632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3401568"/>
            <a:ext cx="38404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RecursiveCharacterTextSplitter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 size: 400 tokens | Overlap: 50 tokens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Timestamps [hh:mm:ss] preserved per chunk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3017520"/>
            <a:ext cx="416052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3017520"/>
            <a:ext cx="4160520" cy="320040"/>
          </a:xfrm>
          <a:prstGeom prst="rect">
            <a:avLst/>
          </a:prstGeom>
          <a:solidFill>
            <a:srgbClr val="0F766E">
              <a:alpha val="15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0632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Pinecone Index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46320" y="3401568"/>
            <a:ext cx="38404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Dim: 1536 | Metric: </a:t>
            </a:r>
            <a:r>
              <a:rPr lang="de-DE" alt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Serverless AWS us-east-1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Metadata: text, start_time, end_time, video_id, source_file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Q&amp;A 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CHAT_CONVERSATIONAL_REACT_DESCRIPTION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94944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005840"/>
            <a:ext cx="5120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107899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CONFIGURATION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408176"/>
            <a:ext cx="4800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426464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920240" y="142646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CHAT_CONVERSATIONAL_REACT_DESCRIPTION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1920240"/>
            <a:ext cx="4800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93852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920240" y="193852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GPT-4o-mini, temperature=0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432304"/>
            <a:ext cx="4800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450592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 iter.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920240" y="245059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 |  early_stopping: generate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944368"/>
            <a:ext cx="4800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962656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hdl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920240" y="2962656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handle_parsing_errors=True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456432"/>
            <a:ext cx="4800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474720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920240" y="347472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LangSmith EU endpoint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3968496"/>
            <a:ext cx="4800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986784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920240" y="398678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intermediate_steps captured for eval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1005840"/>
            <a:ext cx="3154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69280" y="1005840"/>
            <a:ext cx="54864" cy="16916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97880" y="1078992"/>
            <a:ext cx="2834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897880" y="137160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ConversationBufferWindowMemory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k=5 last exchanges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memory_key: chat_history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return_messages: True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669280" y="2834640"/>
            <a:ext cx="3154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669280" y="2834640"/>
            <a:ext cx="54864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97880" y="2907792"/>
            <a:ext cx="2834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RULES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897880" y="3200400"/>
            <a:ext cx="283464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Prefer Source 1 (most relevant)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include VIDEO LINK + TIMESTAMP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Format: [TIMESTAMP] [VIDEO_URL]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 "I don't know" if not in context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Tools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capabilities powering the assistant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94944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051560"/>
            <a:ext cx="4160520" cy="3703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051560"/>
            <a:ext cx="4160520" cy="411480"/>
          </a:xfrm>
          <a:prstGeom prst="rect">
            <a:avLst/>
          </a:prstGeom>
          <a:solidFill>
            <a:srgbClr val="0F766E">
              <a:alpha val="20000"/>
            </a:srgbClr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12471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1115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rag_qa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063240" y="1152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TOOL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02920" y="1572768"/>
            <a:ext cx="37947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Queries Pinecone vector store (k=3 docs), runs RAG chain with GPT-4o-mini, returns answer + list of video segments with embed links and timestamps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4632" y="3200400"/>
            <a:ext cx="374904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94360" y="324612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76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Input: str — natural language question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4632" y="3675888"/>
            <a:ext cx="374904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94360" y="372160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Returns: { answer: str, segments: list }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09160" y="1051560"/>
            <a:ext cx="4160520" cy="3703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09160" y="1051560"/>
            <a:ext cx="4160520" cy="411480"/>
          </a:xfrm>
          <a:prstGeom prst="rect">
            <a:avLst/>
          </a:prstGeom>
          <a:solidFill>
            <a:srgbClr val="3B5BDB">
              <a:alpha val="20000"/>
            </a:srgbClr>
          </a:solidFill>
          <a:ln w="12700">
            <a:solidFill>
              <a:srgbClr val="3B5BDB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12471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57800" y="1115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get_stock_ticker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452360" y="1152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 TOOL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4892040" y="1572768"/>
            <a:ext cx="37947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yfinance to search company name → returns ticker symbol + real-time current stock price. Demonstrates multi-tool agent capability beyond just video QA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873752" y="3200400"/>
            <a:ext cx="374904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983480" y="324612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76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Input: str — company name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873752" y="3675888"/>
            <a:ext cx="374904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4983480" y="372160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Returns: "TSLA - Tesla Inc, Price: 250.3"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57200" y="473659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Pinecone:  index=test-index  |  dim=1536  |  metric=</a:t>
            </a:r>
            <a:r>
              <a:rPr lang="de-DE" altLang="en-US" sz="900" dirty="0">
                <a:solidFill>
                  <a:srgbClr val="64748B"/>
                </a:solidFill>
                <a:latin typeface="Calibri" panose="020F05020202040302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cosine</a:t>
            </a:r>
            <a:r>
              <a:rPr lang="en-US" sz="90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|  ServerlessSpec AWS us-east-1  |  batches of 100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Multi-level quality assessment with LangSmith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94944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005840"/>
            <a:ext cx="54864" cy="37490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078992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— LangSmith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399032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1426464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17320" y="14264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"rag-agent-tests" (3 examples)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1920240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194767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Ex. 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417320" y="194767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query about video content → expected long answer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441448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2468880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Ex. 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417320" y="246888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 ticker lookup → TSLA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962656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990088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Ex. 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417320" y="299008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Off-topic (penguin hours?) → no tool expected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483864"/>
            <a:ext cx="3749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351129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 run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417320" y="35112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evaluate() with correctness, relevance, groundedness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005072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32504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417320" y="403250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agent trace stored in LangSmith EU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846320" y="1078992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— Per-Response Scores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00600" y="1444752"/>
            <a:ext cx="38862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800600" y="1444752"/>
            <a:ext cx="54864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83480" y="151790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983480" y="181051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the answer on-topic?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315200" y="171907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 – 1.0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00600" y="2468880"/>
            <a:ext cx="38862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00600" y="2468880"/>
            <a:ext cx="54864" cy="86868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83480" y="254203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Groundedness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983480" y="28346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hallucination, grounded in context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315200" y="27432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 – 1.0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800600" y="3493008"/>
            <a:ext cx="38862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800600" y="3493008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983480" y="356616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Use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4983480" y="385876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 tool called with str input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315200" y="376732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 – 1.0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846320" y="434340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Scores computed by GPT-4o-mini LLM-judge via evaluate_live() shown in Streamlit UI after each response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raw YouTube to a full Streamlit chatbot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94944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1051560"/>
          </a:xfrm>
          <a:prstGeom prst="rect">
            <a:avLst/>
          </a:prstGeom>
          <a:solidFill>
            <a:srgbClr val="F0FDF9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64008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78992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multimodal RAG pipeline: from raw YouTube videos to a deployable Streamlit chatbot answering questions with exact video timestamps — via text or voice.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2651760" cy="457200"/>
          </a:xfrm>
          <a:prstGeom prst="rect">
            <a:avLst/>
          </a:prstGeom>
          <a:solidFill>
            <a:srgbClr val="0F766E">
              <a:alpha val="12000"/>
            </a:srgbClr>
          </a:solidFill>
          <a:ln w="19050">
            <a:solidFill>
              <a:srgbClr val="0F766E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44144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" y="24231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videos indexed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2331720"/>
            <a:ext cx="2651760" cy="457200"/>
          </a:xfrm>
          <a:prstGeom prst="rect">
            <a:avLst/>
          </a:prstGeom>
          <a:solidFill>
            <a:srgbClr val="3B5BDB">
              <a:alpha val="12000"/>
            </a:srgbClr>
          </a:solidFill>
          <a:ln w="19050">
            <a:solidFill>
              <a:srgbClr val="3B5BD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24414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75888" y="24231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Whisper STT fallback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2331720"/>
            <a:ext cx="2651760" cy="457200"/>
          </a:xfrm>
          <a:prstGeom prst="rect">
            <a:avLst/>
          </a:prstGeom>
          <a:solidFill>
            <a:srgbClr val="0F766E">
              <a:alpha val="12000"/>
            </a:srgbClr>
          </a:solidFill>
          <a:ln w="19050">
            <a:solidFill>
              <a:srgbClr val="0F766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44144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0528" y="24231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Agent + Memory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2971800"/>
            <a:ext cx="2651760" cy="457200"/>
          </a:xfrm>
          <a:prstGeom prst="rect">
            <a:avLst/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8152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" y="30632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LLM evaluation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0" y="2971800"/>
            <a:ext cx="2651760" cy="457200"/>
          </a:xfrm>
          <a:prstGeom prst="rect">
            <a:avLst/>
          </a:prstGeom>
          <a:solidFill>
            <a:srgbClr val="3B5BDB">
              <a:alpha val="12000"/>
            </a:srgbClr>
          </a:solidFill>
          <a:ln w="19050">
            <a:solidFill>
              <a:srgbClr val="3B5BDB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08152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75888" y="30632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Pinecone vector search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035040" y="2971800"/>
            <a:ext cx="2651760" cy="457200"/>
          </a:xfrm>
          <a:prstGeom prst="rect">
            <a:avLst/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3081528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10528" y="30632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web app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by text or voice  →  Get an answer  →  Watch the exact moment in the video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walkthrough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694944"/>
            <a:ext cx="10972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73152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078992"/>
            <a:ext cx="416052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078992"/>
            <a:ext cx="54864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112471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1152144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153619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run app_streamlit.py  →  open localhost:8501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1078992"/>
            <a:ext cx="416052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078992"/>
            <a:ext cx="54864" cy="11430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73752" y="112471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349240" y="1152144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query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892040" y="153619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a question about the channel content → see answer + video segments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0040" y="2359152"/>
            <a:ext cx="416052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" y="2359152"/>
            <a:ext cx="54864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" y="24048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60120" y="2432304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query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281635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same question via microphone → Whisper transcribes → same RAG flow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09160" y="2359152"/>
            <a:ext cx="416052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2359152"/>
            <a:ext cx="54864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3752" y="240487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349240" y="2432304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timestamp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892040" y="281635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a segment button → video jumps to exact moment in embedded player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639312"/>
            <a:ext cx="416052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" y="3639312"/>
            <a:ext cx="54864" cy="11430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" y="368503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960120" y="3712464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 ticker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2920" y="409651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about a company → agent routes to get_stock_ticker tool (no RAG)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709160" y="3639312"/>
            <a:ext cx="416052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09160" y="3639312"/>
            <a:ext cx="54864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73752" y="368503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5349240" y="3712464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 scores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4892040" y="409651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/ Groundedness / Tool Use shown live per response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02920" y="471830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Backup: screenshots ready in case of Pinecone / OpenAI API connectivity issues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4383</Words>
  <Application>WPS Presentation</Application>
  <PresentationFormat>On-screen Show (16:9)</PresentationFormat>
  <Paragraphs>301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AI ChatBot for YouTube Video QA</dc:title>
  <dc:creator>PptxGenJS</dc:creator>
  <dc:subject>PptxGenJS Presentation</dc:subject>
  <cp:lastModifiedBy>WPS_1764794177</cp:lastModifiedBy>
  <cp:revision>8</cp:revision>
  <dcterms:created xsi:type="dcterms:W3CDTF">2026-03-12T18:01:00Z</dcterms:created>
  <dcterms:modified xsi:type="dcterms:W3CDTF">2026-03-12T22:00:09Z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3A53E3DADA6343C4A823C241A17638AC_12</vt:lpwstr>
  </property>
  <property fmtid="{D5CDD505-2E9C-101B-9397-08002B2CF9AE}" pid="3" name="KSOProductBuildVer">
    <vt:lpwstr>1033-12.9.0.21549</vt:lpwstr>
  </property>
</Properties>
</file>